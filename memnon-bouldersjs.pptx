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— set up the problem before introducing the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gap. Competitors exist but they all require lock-in.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pipeline is embarrassingly simple. That's the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credibility. Be honest about what didn't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Action Button workflow is underexplored and genuinely useful.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is what makes the notes queryable from Claude. Show the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Emphasize the lane detection as the key design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lane system is what turns a transcription tool into a knowledge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surprises people. Demo the audio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 the repo. Keep your config private. The boundary is the key architectural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Option A live. Play the demo audio as the closer — let the audio speak for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repo link. Invite forks.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029200" y="-1097280"/>
            <a:ext cx="5029200" cy="5029200"/>
          </a:xfrm>
          <a:prstGeom prst="ellipse">
            <a:avLst/>
          </a:prstGeom>
          <a:solidFill>
            <a:srgbClr val="00D4AA">
              <a:alpha val="18000"/>
            </a:srgbClr>
          </a:solidFill>
          <a:ln w="12700">
            <a:solidFill>
              <a:srgbClr val="00D4AA">
                <a:alpha val="18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0" y="1645920"/>
            <a:ext cx="2926080" cy="2926080"/>
          </a:xfrm>
          <a:prstGeom prst="ellipse">
            <a:avLst/>
          </a:prstGeom>
          <a:solidFill>
            <a:srgbClr val="00D4AA">
              <a:alpha val="10000"/>
            </a:srgbClr>
          </a:solidFill>
          <a:ln w="12700">
            <a:solidFill>
              <a:srgbClr val="00D4AA">
                <a:alpha val="1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Memnon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 Voice Pipeline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Eitan Shapiro  ·  BoulderJS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the fastest way to capture an idea.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recordings rot.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3716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record something valuable — it sits in Voice Memos, never found again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Plaud AI, Pocket AI, Limitless: hardware ($160+), subscriptions, your audio to their cloud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Voice Memos transcription (iOS 18): plain text, no structure, no knowledge base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 exists — but an iPhone-first, Obsidian-native pipeline you can fork is still the gap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577840" y="1371600"/>
            <a:ext cx="3291840" cy="2560320"/>
          </a:xfrm>
          <a:prstGeom prst="rect">
            <a:avLst/>
          </a:prstGeom>
          <a:solidFill>
            <a:srgbClr val="003322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1417320"/>
            <a:ext cx="3108960" cy="2468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2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we really need proprietary hardware and subscriptions just to use our own voice notes?"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transcription already exists.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 runs on your Mac for free — installed via Homebrew, not bundled in the repo.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554480"/>
            <a:ext cx="1508760" cy="502920"/>
          </a:xfrm>
          <a:prstGeom prst="rect">
            <a:avLst/>
          </a:prstGeom>
          <a:solidFill>
            <a:srgbClr val="0033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554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mic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01368" y="1805940"/>
            <a:ext cx="292608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65960" y="16687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20240" y="1554480"/>
            <a:ext cx="1508760" cy="502920"/>
          </a:xfrm>
          <a:prstGeom prst="rect">
            <a:avLst/>
          </a:prstGeom>
          <a:solidFill>
            <a:srgbClr val="0033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20240" y="1554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sync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47288" y="1805940"/>
            <a:ext cx="292608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11880" y="16687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66160" y="1554480"/>
            <a:ext cx="1508760" cy="502920"/>
          </a:xfrm>
          <a:prstGeom prst="rect">
            <a:avLst/>
          </a:prstGeom>
          <a:solidFill>
            <a:srgbClr val="0033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66160" y="1554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whisper.cpp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93208" y="1805940"/>
            <a:ext cx="292608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57800" y="16687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212080" y="1554480"/>
            <a:ext cx="1508760" cy="502920"/>
          </a:xfrm>
          <a:prstGeom prst="rect">
            <a:avLst/>
          </a:prstGeom>
          <a:solidFill>
            <a:srgbClr val="0033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12080" y="1554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Ollama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9128" y="1805940"/>
            <a:ext cx="292608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03720" y="166878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949440" y="1554480"/>
            <a:ext cx="1508760" cy="502920"/>
          </a:xfrm>
          <a:prstGeom prst="rect">
            <a:avLst/>
          </a:prstGeom>
          <a:solidFill>
            <a:srgbClr val="0033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15544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note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22402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audio is never sent to a transcription service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400" dirty="0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iCloud is the sync transport — it moves the file, whisper.cpp reads it locally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summarization optional — works without it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plain Markdown — universal, readable, future-proof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file, stdlib only — whisper.cpp and ffmpeg are system deps (brew install)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it gets honest. And interesting.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dream: record on iPhone, note appears in Obsidian.   </a:t>
            </a:r>
            <a:pPr algn="l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Apple controls the capture layer.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64008" cy="5303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1208" y="1417320"/>
            <a:ext cx="8321040" cy="530352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 — Custom Shortcuts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Works, but screen must stay on. Lock your phone and recording stops.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64008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1208" y="2057400"/>
            <a:ext cx="8321040" cy="530352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5740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 — Voice Memos automation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Latest Voice Memo" action. Works on some devices. Simply absent on others — Apple won't say why.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97480"/>
            <a:ext cx="64008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1208" y="2697480"/>
            <a:ext cx="8321040" cy="530352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6974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 — Manual handoff (current)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→ Stop → Share → Save to Files → Voice Inbox/raw. One step. Reliable everywhere.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37560"/>
          <a:ext cx="5029200" cy="82296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Who controls it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Stability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Mac pipeline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You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C55E"/>
                          </a:solidFill>
                        </a:rPr>
                        <a:t>Completely stable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iPhone capture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Apple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iOS version / device dependent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trying to win on the iPhone side. Make the Mac side excellent."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Button changes the equation.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15 Pro + all iPhone 16 models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to open Voice Memos directly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→ record → lock screen → stop when done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manual step: Share → Save to Files → raw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27249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Memnon a real Plaud / Pocket AI alternative: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154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hardware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5387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9227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audio to a transcription service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669280" y="1005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03322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188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Button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812280" y="1828800"/>
            <a:ext cx="731520" cy="731520"/>
          </a:xfrm>
          <a:prstGeom prst="ellipse">
            <a:avLst/>
          </a:prstGeom>
          <a:solidFill>
            <a:srgbClr val="00D4AA">
              <a:alpha val="8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122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60720" y="274320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Apple's strongest native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surface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wasn't in the original design.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earned its place.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Python pipeline was stable, the question became: how do you query your knowledge base?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457200" y="1664208"/>
            <a:ext cx="8229600" cy="475488"/>
          </a:xfrm>
          <a:prstGeom prst="rect">
            <a:avLst/>
          </a:prstGeom>
          <a:solidFill>
            <a:srgbClr val="0033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66420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TypeScript MCP server that exposes Obsidian notes to Claude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233172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list_notes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97480" y="233172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search_notes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233172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get_note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29400" y="233172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29400" y="23317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get_action_items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action items do I have from this week?"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3227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"Search my notes for anything about the dog park idea"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357530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what I've been thinking about this month"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97280" y="4389120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222240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v1.0.0-python  —  pure Python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54880" y="4389120"/>
            <a:ext cx="3291840" cy="365760"/>
          </a:xfrm>
          <a:prstGeom prst="roundRect">
            <a:avLst>
              <a:gd name="adj" fmla="val 17500"/>
            </a:avLst>
          </a:prstGeom>
          <a:solidFill>
            <a:srgbClr val="222240"/>
          </a:solidFill>
          <a:ln w="12700">
            <a:solidFill>
              <a:srgbClr val="AAAA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v2.0.0-mcp  —  adds TypeScript MCP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transcription.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a personal AI knowledge pipeline.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65760" y="1170432"/>
            <a:ext cx="54864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0624" y="1170432"/>
            <a:ext cx="4114800" cy="420624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2064" y="117043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Capture (iPhone)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0624" y="159105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2212848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" y="2212848"/>
            <a:ext cx="4114800" cy="420624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" y="221284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Raw ingest (iCloud Drive)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0624" y="263347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3255264"/>
            <a:ext cx="54864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3255264"/>
            <a:ext cx="4114800" cy="420624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" y="325526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Transcription (whisper.cpp, local)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20624" y="367588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4297680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0624" y="4297680"/>
            <a:ext cx="4114800" cy="420624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" y="429768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Lane detection (voice label → heuristics → default)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00600" y="1170432"/>
            <a:ext cx="54864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55464" y="1170432"/>
            <a:ext cx="4114800" cy="420624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46904" y="1170432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Lane-aware AI summarization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55464" y="159105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00600" y="2212848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55464" y="2212848"/>
            <a:ext cx="4114800" cy="420624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46904" y="221284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Obsidian note (Markdown)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855464" y="263347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3255264"/>
            <a:ext cx="54864" cy="42062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855464" y="3255264"/>
            <a:ext cx="4114800" cy="420624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46904" y="3255264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Lane actions (per-lane downstream pipelines)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855464" y="367588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800600" y="4297680"/>
            <a:ext cx="54864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855464" y="4297680"/>
            <a:ext cx="4114800" cy="420624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46904" y="429768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MCP server (Claude can query everything)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453128" y="28072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recordings deserve different treatment.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8686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Professional: just met Sarah who works in EdTech...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1612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thinking about the API redesign...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4538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Reflect: feeling stuck on the same pattern...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74650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Morning: what should I focus on today?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075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keyword heuristics, then default.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95728"/>
          <a:ext cx="832104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649224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2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</a:rPr>
                        <a:t>build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Voice note: title, summary, action items, tags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</a:rPr>
                        <a:t>professional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Voice note + AI coaching note: observations, next steps, to-do checklist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</a:rPr>
                        <a:t>reflect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Voice note + wisdom note + podcast MP3 + meditation MP3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D4AA"/>
                          </a:solidFill>
                        </a:rPr>
                        <a:t>good morning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Energizing briefing + reflection synthesis + combined daily podcast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produces Markdown.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also produces audio.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5720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lane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3931920" cy="2286000"/>
          </a:xfrm>
          <a:prstGeom prst="rect">
            <a:avLst/>
          </a:prstGeom>
          <a:solidFill>
            <a:srgbClr val="111128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55448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 2-minute voice note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selects 3–5 passages from a private corpus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 passages · 29 authors: Plato, Kierkegaard, Psalms, Pascal, Heidegger...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podcast + meditation scripts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 synthesis (free, no API key)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Mood-based ambient music via ffmpeg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 land in iCloud: note · podcast · meditation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 lane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54880" y="1508760"/>
            <a:ext cx="4023360" cy="2286000"/>
          </a:xfrm>
          <a:prstGeom prst="rect">
            <a:avLst/>
          </a:prstGeom>
          <a:solidFill>
            <a:srgbClr val="111128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6320" y="15544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"Good Morning:" into your phone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last 7 days of wisdom notes + professional context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Energizing briefing: what matters today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reflection synthesis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crossfade between segments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in iCloud by the time you've had coffee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931920"/>
            <a:ext cx="8321040" cy="502920"/>
          </a:xfrm>
          <a:prstGeom prst="rect">
            <a:avLst/>
          </a:prstGeom>
          <a:solidFill>
            <a:srgbClr val="0033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9319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what 'your downstream workflows' actually looks like once you own the pipeline."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645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 is the pipeline.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config is the workflow.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8321040" cy="2331720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Core repo owns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Your private config owns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28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Raw ingest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AACC"/>
                          </a:solidFill>
                        </a:rPr>
                        <a:t>Personal prompts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Transcription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AACC"/>
                          </a:solidFill>
                        </a:rPr>
                        <a:t>GPT connections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Lane routing framework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AACC"/>
                          </a:solidFill>
                        </a:rPr>
                        <a:t>Lane definitions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Generic templates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AACC"/>
                          </a:solidFill>
                        </a:rPr>
                        <a:t>Corpus of texts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MCP server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AACC"/>
                          </a:solidFill>
                        </a:rPr>
                        <a:t>Audio output directories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Status artifact (last-run.json)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AAAACC"/>
                          </a:solidFill>
                        </a:rPr>
                        <a:t>Calendar/CRM wiring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611880"/>
            <a:ext cx="64008" cy="1188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21208" y="3611880"/>
            <a:ext cx="8275320" cy="118872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" y="3639312"/>
            <a:ext cx="8092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pipeline outputs plain Markdown to Obsidian. Every companion tool consumes from there. No tool should need to change the pipeline to add a feature — if it does, the boundary is in the wrong place."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365760" y="1234440"/>
            <a:ext cx="4114800" cy="3566160"/>
          </a:xfrm>
          <a:prstGeom prst="rect">
            <a:avLst/>
          </a:prstGeom>
          <a:solidFill>
            <a:srgbClr val="111128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Voice note (live)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173736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Action Button → Voice Memos opens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"Professional:" then speak naturally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→ Share → Save to Files → Voice Inbox → raw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~60 seconds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in Obsidian: title, summary, coaching note, to-do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Claude: "What did I just say?"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234440"/>
            <a:ext cx="4114800" cy="3566160"/>
          </a:xfrm>
          <a:prstGeom prst="rect">
            <a:avLst/>
          </a:prstGeom>
          <a:solidFill>
            <a:srgbClr val="111128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Daily podcast (pre-recorded)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4632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demo-daily-bouldersjs.mp3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852160" y="2514600"/>
            <a:ext cx="1188720" cy="1188720"/>
          </a:xfrm>
          <a:prstGeom prst="ellipse">
            <a:avLst/>
          </a:prstGeom>
          <a:solidFill>
            <a:srgbClr val="7C3AED">
              <a:alpha val="7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2514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846320" y="3931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"Generated this morning from a real voice note."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architecture for local-first AI workflows.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932688"/>
            <a:ext cx="82296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read in an afternoon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forked and extended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always-on server, no vendor lock-in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— swap the transcriber, AI backend, note format, destination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audio layer is entirely optional (edge-tts, ffmpeg)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31520" y="25786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pipeline is stupid about where audio comes from. That's a feature."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competitor gives you their format or nothing. Memnon gives you their format and everything else.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github.com/eitanfire/memnon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Memnon — A Local-First Voice Pipeline</dc:title>
  <dc:subject>PptxGenJS Presentation</dc:subject>
  <dc:creator>Eitan Shapiro</dc:creator>
  <cp:lastModifiedBy>Eitan Shapiro</cp:lastModifiedBy>
  <cp:revision>1</cp:revision>
  <dcterms:created xsi:type="dcterms:W3CDTF">2026-05-28T22:37:38Z</dcterms:created>
  <dcterms:modified xsi:type="dcterms:W3CDTF">2026-05-28T22:37:38Z</dcterms:modified>
</cp:coreProperties>
</file>